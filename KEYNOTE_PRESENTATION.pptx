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  <p:defaultTextStyle>
    <a:defPPr/>
    <a:lvl1pPr marL="0" algn="l">
      <a:defRPr sz="2200"/>
    </a:lvl1pPr>
    <a:lvl2pPr marL="457200" algn="l">
      <a:defRPr sz="1800"/>
    </a:lvl2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dex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600" b="1"/>
      </a:lvl1pPr>
    </p:titleStyle>
    <p:bodyStyle>
      <a:lvl1pPr marL="0" algn="l">
        <a:defRPr sz="2200"/>
      </a:lvl1pPr>
    </p:bodyStyle>
    <p:otherStyle>
      <a:lvl1pPr algn="l"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Titre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>
                <a:solidFill>
                  <a:srgbClr val="0F172A"/>
                </a:solidFill>
              </a:rPr>
              <a:t>RTC Chat Project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Application full-stack de messagerie temps reel inspiree de Discord</a:t>
            </a:r>
            <a:endParaRPr lang="fr-FR" sz="2000"/>
          </a:p>
          <a:p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Stack :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Rust + Axum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PostgreSQL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Next.js + React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WebSocket</a:t>
            </a:r>
            <a:endParaRPr lang="fr-FR" sz="20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1/12</a:t>
            </a:r>
            <a:endParaRPr lang="fr-F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Besoin et objectif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800">
                <a:solidFill>
                  <a:srgbClr val="0F172A"/>
                </a:solidFill>
              </a:rPr>
              <a:t>Probleme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centraliser les conversations par communautes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gerer les echanges publics et prives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fournir une experience temps reel fluide.</a:t>
            </a:r>
            <a:endParaRPr lang="fr-FR" sz="1800"/>
          </a:p>
          <a:p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Objectif produit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creer des serveurs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organiser des salons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discuter en direct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gerer les roles et les acces.</a:t>
            </a:r>
            <a:endParaRPr lang="fr-FR" sz="18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2/12</a:t>
            </a:r>
            <a:endParaRPr lang="fr-F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Fonctionnalites principales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600">
                <a:solidFill>
                  <a:srgbClr val="0F172A"/>
                </a:solidFill>
              </a:rPr>
              <a:t>Fonctionnalites implementees :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inscription, connexion, deconnexion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authentification JWT avec cookies HttpOnly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creation et gestion de serveurs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salons de discussion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envoi, edition, suppression et pin de messages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reactions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invitations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amis et messages prives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presence en ligne et indicateurs de frappe.</a:t>
            </a:r>
            <a:endParaRPr lang="fr-FR" sz="16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3/12</a:t>
            </a:r>
            <a:endParaRPr lang="fr-F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Parcours utilisateur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>
                <a:solidFill>
                  <a:srgbClr val="0F172A"/>
                </a:solidFill>
              </a:rPr>
              <a:t>Scenario de demonstration :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1. un utilisateur cree un compte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2. il cree ou rejoint un serveur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3. il entre dans un salon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4. il envoie un message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5. les autres membres le recoivent instantanement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6. il peut ensuite basculer vers un message prive.</a:t>
            </a:r>
            <a:endParaRPr lang="fr-FR" sz="20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4/12</a:t>
            </a:r>
            <a:endParaRPr lang="fr-F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Architecture generale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800">
                <a:solidFill>
                  <a:srgbClr val="0F172A"/>
                </a:solidFill>
              </a:rPr>
              <a:t>Architecture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Frontend : Next.js App Router + React 19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Backend : Rust, Axum, Tokio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Base de donnees : PostgreSQL avec SQLx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Temps reel : WebSocket</a:t>
            </a:r>
            <a:endParaRPr lang="fr-FR" sz="1800"/>
          </a:p>
          <a:p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Flux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Frontend &lt;-&gt; API REST &lt;-&gt; PostgreSQL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Frontend &lt;-&gt; WebSocket &lt;-&gt; Hub temps reel</a:t>
            </a:r>
            <a:endParaRPr lang="fr-FR" sz="18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5/12</a:t>
            </a:r>
            <a:endParaRPr lang="fr-F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Focus temps reel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800">
                <a:solidFill>
                  <a:srgbClr val="0F172A"/>
                </a:solidFill>
              </a:rPr>
              <a:t>Evenements WebSocket geres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nouveaux messages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mise a jour et suppression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notifications serveur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utilisateurs connectes/deconnectes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indicateurs de frappe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messages epingles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reactions.</a:t>
            </a:r>
            <a:endParaRPr lang="fr-FR" sz="18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6/12</a:t>
            </a:r>
            <a:endParaRPr lang="fr-F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Securite et permissions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800">
                <a:solidFill>
                  <a:srgbClr val="0F172A"/>
                </a:solidFill>
              </a:rPr>
              <a:t>Securite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JWT pour authentifier les requetes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mots de passe haches avec Argon2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tokens revocables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controle d'acces sur les routes.</a:t>
            </a:r>
            <a:endParaRPr lang="fr-FR" sz="1800"/>
          </a:p>
          <a:p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Roles :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Member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Admin ;</a:t>
            </a:r>
            <a:endParaRPr lang="fr-FR" sz="1800"/>
          </a:p>
          <a:p>
            <a:pPr algn="l"/>
            <a:r>
              <a:rPr lang="fr-FR" sz="1800">
                <a:solidFill>
                  <a:srgbClr val="0F172A"/>
                </a:solidFill>
              </a:rPr>
              <a:t>• Owner.</a:t>
            </a:r>
            <a:endParaRPr lang="fr-FR" sz="18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7/12</a:t>
            </a:r>
            <a:endParaRPr lang="fr-FR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Choix techniques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>
                <a:solidFill>
                  <a:srgbClr val="0F172A"/>
                </a:solidFill>
              </a:rPr>
              <a:t>Pourquoi cette stack ?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Rust / Axum : performance, securite memoire, concurrence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Tokio : execution asynchrone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PostgreSQL : robustesse des donnees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SQLx : requetes type-safe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Next.js : structure front moderne et routage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React : interface dynamique.</a:t>
            </a:r>
            <a:endParaRPr lang="fr-FR" sz="20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8/12</a:t>
            </a:r>
            <a:endParaRPr lang="fr-F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Resultats du projet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600">
                <a:solidFill>
                  <a:srgbClr val="0F172A"/>
                </a:solidFill>
              </a:rPr>
              <a:t>Etat actuel :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application full-stack fonctionnelle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94 fichiers de code applicatif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environ 10 951 lignes de code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backend documente et teste via integration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frontend verifiable par lint.</a:t>
            </a:r>
            <a:endParaRPr lang="fr-FR" sz="1600"/>
          </a:p>
          <a:p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Valeur obtenue :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experience proche d'une application de chat moderne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architecture claire et extensible ;</a:t>
            </a:r>
            <a:endParaRPr lang="fr-FR" sz="1600"/>
          </a:p>
          <a:p>
            <a:pPr algn="l"/>
            <a:r>
              <a:rPr lang="fr-FR" sz="1600">
                <a:solidFill>
                  <a:srgbClr val="0F172A"/>
                </a:solidFill>
              </a:rPr>
              <a:t>• base solide pour aller plus loin.</a:t>
            </a:r>
            <a:endParaRPr lang="fr-FR" sz="16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9/12</a:t>
            </a:r>
            <a:endParaRPr lang="fr-F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Limites et ameliorations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>
                <a:solidFill>
                  <a:srgbClr val="0F172A"/>
                </a:solidFill>
              </a:rPr>
              <a:t>Pistes d'amelioration :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tests front automatises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deploiement complet CI/CD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gestion plus fine des notifications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pieces jointes / fichiers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moderation avancee ;</a:t>
            </a:r>
            <a:endParaRPr lang="fr-FR" sz="2000"/>
          </a:p>
          <a:p>
            <a:pPr algn="l"/>
            <a:r>
              <a:rPr lang="fr-FR" sz="2000">
                <a:solidFill>
                  <a:srgbClr val="0F172A"/>
                </a:solidFill>
              </a:rPr>
              <a:t>• meilleure persistance de la presence.</a:t>
            </a:r>
            <a:endParaRPr lang="fr-FR" sz="20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10/12</a:t>
            </a:r>
            <a:endParaRPr lang="fr-FR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Conclusion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200">
                <a:solidFill>
                  <a:srgbClr val="0F172A"/>
                </a:solidFill>
              </a:rPr>
              <a:t>RTC Chat Project</a:t>
            </a:r>
            <a:endParaRPr lang="fr-FR" sz="2200"/>
          </a:p>
          <a:p>
            <a:pPr algn="l"/>
            <a:r>
              <a:rPr lang="fr-FR" sz="2200">
                <a:solidFill>
                  <a:srgbClr val="0F172A"/>
                </a:solidFill>
              </a:rPr>
              <a:t>Une plateforme de communication temps reel moderne, securisee et evolutive.</a:t>
            </a:r>
            <a:endParaRPr lang="fr-FR" sz="22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11/12</a:t>
            </a:r>
            <a:endParaRPr lang="fr-FR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650000" y="1150000"/>
            <a:ext cx="70000" cy="48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Questions</a:t>
            </a:r>
            <a:endParaRPr lang="fr-FR" sz="2600"/>
          </a:p>
        </p:txBody>
      </p:sp>
      <p:sp>
        <p:nvSpPr>
          <p:cNvPr id="5" name="Body"/>
          <p:cNvSpPr txBox="1"/>
          <p:nvPr/>
        </p:nvSpPr>
        <p:spPr>
          <a:xfrm>
            <a:off x="850000" y="980000"/>
            <a:ext cx="10200000" cy="5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200">
                <a:solidFill>
                  <a:srgbClr val="0F172A"/>
                </a:solidFill>
              </a:rPr>
              <a:t>Questions ?</a:t>
            </a:r>
            <a:endParaRPr lang="fr-FR" sz="2200"/>
          </a:p>
        </p:txBody>
      </p:sp>
      <p:sp>
        <p:nvSpPr>
          <p:cNvPr id="6" name="Footer"/>
          <p:cNvSpPr txBox="1"/>
          <p:nvPr/>
        </p:nvSpPr>
        <p:spPr>
          <a:xfrm>
            <a:off x="10700000" y="62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000">
                <a:solidFill>
                  <a:srgbClr val="64748B"/>
                </a:solidFill>
              </a:rPr>
              <a:t>12/12</a:t>
            </a:r>
            <a:endParaRPr lang="fr-F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 Colors">
      <a:dk1>
        <a:srgbClr val="111827"/>
      </a:dk1>
      <a:lt1>
        <a:srgbClr val="FFFFFF"/>
      </a:lt1>
      <a:dk2>
        <a:srgbClr val="0F172A"/>
      </a:dk2>
      <a:lt2>
        <a:srgbClr val="F8FAFC"/>
      </a:lt2>
      <a:accent1>
        <a:srgbClr val="2563EB"/>
      </a:accent1>
      <a:accent2>
        <a:srgbClr val="0EA5E9"/>
      </a:accent2>
      <a:accent3>
        <a:srgbClr val="14B8A6"/>
      </a:accent3>
      <a:accent4>
        <a:srgbClr val="F59E0B"/>
      </a:accent4>
      <a:accent5>
        <a:srgbClr val="EF4444"/>
      </a:accent5>
      <a:accent6>
        <a:srgbClr val="7C3AED"/>
      </a:accent6>
      <a:hlink>
        <a:srgbClr val="2563EB"/>
      </a:hlink>
      <a:folHlink>
        <a:srgbClr val="7C3AED"/>
      </a:folHlink>
    </a:clrScheme>
    <a:fontScheme name="Codex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odex Format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12</vt:i4>
      </vt:variant>
    </vt:vector>
  </HeadingPairs>
  <TitlesOfParts>
    <vt:vector size="12" baseType="lpstr">
      <vt:lpstr>Titre</vt:lpstr>
      <vt:lpstr>Besoin et objectif</vt:lpstr>
      <vt:lpstr>Fonctionnalites principales</vt:lpstr>
      <vt:lpstr>Parcours utilisateur</vt:lpstr>
      <vt:lpstr>Architecture generale</vt:lpstr>
      <vt:lpstr>Focus temps reel</vt:lpstr>
      <vt:lpstr>Securite et permissions</vt:lpstr>
      <vt:lpstr>Choix techniques</vt:lpstr>
      <vt:lpstr>Resultats du projet</vt:lpstr>
      <vt:lpstr>Limites et ameliorations</vt:lpstr>
      <vt:lpstr>Conclusion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RTC Chat Project</dc:title>
  <dc:creator>Codex</dc:creator>
  <cp:lastModifiedBy>Codex</cp:lastModifiedBy>
  <dcterms:created xsi:type="dcterms:W3CDTF">2026-03-10T09:27:42Z</dcterms:created>
  <dcterms:modified xsi:type="dcterms:W3CDTF">2026-03-10T09:27:42Z</dcterms:modified>
</cp:coreProperties>
</file>