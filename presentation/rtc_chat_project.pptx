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GB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GB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RTC Chat Project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Presentation of team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RTC Chat Project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Discord-like real time chat app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Frontend: Next.js (React)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Backend: Rust + Axum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Database: PostgreSQL (Railway)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Agenda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Project goals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Architecture overview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Core features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Realtime flows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Testing and docs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Deployment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 Overview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Next.js UI on port 3000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Rust API on port 3001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WebSocket for realtime events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PostgreSQL for persistence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JWT auth with HttpOnly cookies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Frontend (Next.js)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App router pages: login, register, home, servers, dm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UI components under components/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API routes proxy backend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WebSocket client for live updates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Tailwind + custom CSS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Backend (Rust + Axum)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REST + WebSocket in one server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SQLx with migrations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JWT auth and token revocation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Role-based permissions (owner/admin/member)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Presence and typing state in memory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Authentication Flow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Signup -&gt; hash password (argon2)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Login -&gt; issue JWT + set auth_token cookie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Auth middleware validates JWT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Profile update endpoint for username/email/password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Servers and Roles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Create, join, leave, delete servers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Invite codes with expiry + max uses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Roles: owner, admin, member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Role controls channel and member actions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Channels and Messages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Create, rename, delete channels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WebSocket send/receive channel messages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REST fallback for send/edit/delete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Message persistence + pin + reactions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Direct Messages + Friends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Friend requests via friend code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Accept/decline requests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Direct message threads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Typing and status updates over WS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Presence and Typing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Server presence via WS subscribe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Typing indicators for channels and DMs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Online status updates broadcasted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API Surface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Auth: /auth/signup, /auth/login, /auth/logout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Servers: /servers, /servers/{id}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Channels: /servers/{id}/channels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Messages: /channels/{id}/messages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WS: /ws?token=JWT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Model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users, servers, channels, messages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server_members, invites, reactions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direct_conversations, direct_messages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friend_requests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Testing and Quality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Unit tests for auth, utils, ws hub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Integration tests for servers/channels/messages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Integration tests for invites/friends/dm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Target coverage: 70%+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Deployment and Config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Backend env: DATABASE_URL, JWT_SECRET, BIND_ADDR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Frontend env: BACKEND_URL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Railway for Postgres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Ports: 3000 (front), 3001 (back)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UI/UX Highlights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Discord-like layout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Server list + channel sidebar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DM list + friends page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Status control + notifications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Demo Flow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Signup/login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Create server and channel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Invite friend and chat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Direct message and edit/delete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Roadmap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Role management UI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File sharing + reactions UI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Search and message history paging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itle"/>
          <p:cNvSpPr/>
          <p:nvPr/>
        </p:nvSpPr>
        <p:spPr>
          <a:xfrm>
            <a:off x="457200" y="228600"/>
            <a:ext cx="11175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Thank You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Body"/>
          <p:cNvSpPr/>
          <p:nvPr/>
        </p:nvSpPr>
        <p:spPr>
          <a:xfrm>
            <a:off x="685800" y="1371600"/>
            <a:ext cx="10799640" cy="457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Questions?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Default Theme">
  <a:themeElements>
    <a:clrScheme name="Default">
      <a:dk1>
        <a:srgbClr val="000000"/>
      </a:dk1>
      <a:lt1>
        <a:srgbClr val="ffffff"/>
      </a:lt1>
      <a:dk2>
        <a:srgbClr val="1f1f1f"/>
      </a:dk2>
      <a:lt2>
        <a:srgbClr val="eeeeee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fault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LibreOffice/25.8.4.2$Linux_X86_64 LibreOffice_project/0366609b1de41a39e1896ae41e33c673f2a73802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2026-02-07T11:50:34Z</dcterms:created>
  <dc:creator>RTC Team</dc:creator>
  <dc:description/>
  <dc:language>en-GB</dc:language>
  <cp:lastModifiedBy/>
  <dcterms:modified xsi:type="dcterms:W3CDTF">2026-02-08T22:17:48Z</dcterms:modified>
  <cp:revision>1</cp:revision>
  <dc:subject/>
  <dc:title>RTC Chat Project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(16:9)</vt:lpwstr>
  </property>
  <property fmtid="{D5CDD505-2E9C-101B-9397-08002B2CF9AE}" pid="3" name="Slides">
    <vt:i4>18</vt:i4>
  </property>
</Properties>
</file>