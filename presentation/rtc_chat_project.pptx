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
</Relationships>

</file>

<file path=ppt/slideLayouts/_rels/slideLayout1.xml.rels><?xml version="1.0" encoding="UTF-8" standalone="yes"?>
<Relationships xmlns="http://schemas.openxmlformats.org/package/2006/relationships"/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Bod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RTC Chat Project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Discord-like real time chat app</a:t>
            </a:r>
          </a:p>
          <a:p>
            <a:r>
              <a:t>- Frontend: Next.js (React)</a:t>
            </a:r>
          </a:p>
          <a:p>
            <a:r>
              <a:t>- Backend: Rust + Axum</a:t>
            </a:r>
          </a:p>
          <a:p>
            <a:r>
              <a:t>- Database: PostgreSQL (Railway)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Agenda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Project goals</a:t>
            </a:r>
          </a:p>
          <a:p>
            <a:r>
              <a:t>- Architecture overview</a:t>
            </a:r>
          </a:p>
          <a:p>
            <a:r>
              <a:t>- Core features</a:t>
            </a:r>
          </a:p>
          <a:p>
            <a:r>
              <a:t>- Realtime flows</a:t>
            </a:r>
          </a:p>
          <a:p>
            <a:r>
              <a:t>- Testing and docs</a:t>
            </a:r>
          </a:p>
          <a:p>
            <a:r>
              <a:t>-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Next.js UI on port 3000</a:t>
            </a:r>
          </a:p>
          <a:p>
            <a:r>
              <a:t>- Rust API on port 3001</a:t>
            </a:r>
          </a:p>
          <a:p>
            <a:r>
              <a:t>- WebSocket for realtime events</a:t>
            </a:r>
          </a:p>
          <a:p>
            <a:r>
              <a:t>- PostgreSQL for persistence</a:t>
            </a:r>
          </a:p>
          <a:p>
            <a:r>
              <a:t>- JWT auth with HttpOnly cookies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Frontend (Next.js)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App router pages: login, register, home, servers, dm</a:t>
            </a:r>
          </a:p>
          <a:p>
            <a:r>
              <a:t>- UI components under components/</a:t>
            </a:r>
          </a:p>
          <a:p>
            <a:r>
              <a:t>- API routes proxy backend</a:t>
            </a:r>
          </a:p>
          <a:p>
            <a:r>
              <a:t>- WebSocket client for live updates</a:t>
            </a:r>
          </a:p>
          <a:p>
            <a:r>
              <a:t>- Tailwind + custom CSS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Backend (Rust + Axum)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REST + WebSocket in one server</a:t>
            </a:r>
          </a:p>
          <a:p>
            <a:r>
              <a:t>- SQLx with migrations</a:t>
            </a:r>
          </a:p>
          <a:p>
            <a:r>
              <a:t>- JWT auth and token revocation</a:t>
            </a:r>
          </a:p>
          <a:p>
            <a:r>
              <a:t>- Role-based permissions (owner/admin/member)</a:t>
            </a:r>
          </a:p>
          <a:p>
            <a:r>
              <a:t>- Presence and typing state in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Authentication Flow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Signup -&gt; hash password (argon2)</a:t>
            </a:r>
          </a:p>
          <a:p>
            <a:r>
              <a:t>- Login -&gt; issue JWT + set auth_token cookie</a:t>
            </a:r>
          </a:p>
          <a:p>
            <a:r>
              <a:t>- Auth middleware validates JWT</a:t>
            </a:r>
          </a:p>
          <a:p>
            <a:r>
              <a:t>- Profile update endpoint for username/email/password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Servers and Roles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Create, join, leave, delete servers</a:t>
            </a:r>
          </a:p>
          <a:p>
            <a:r>
              <a:t>- Invite codes with expiry + max uses</a:t>
            </a:r>
          </a:p>
          <a:p>
            <a:r>
              <a:t>- Roles: owner, admin, member</a:t>
            </a:r>
          </a:p>
          <a:p>
            <a:r>
              <a:t>- Role controls channel and member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Channels and Messages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Create, rename, delete channels</a:t>
            </a:r>
          </a:p>
          <a:p>
            <a:r>
              <a:t>- WebSocket send/receive channel messages</a:t>
            </a:r>
          </a:p>
          <a:p>
            <a:r>
              <a:t>- REST fallback for send/edit/delete</a:t>
            </a:r>
          </a:p>
          <a:p>
            <a:r>
              <a:t>- Message persistence + pin + reactions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Direct Messages + Friends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Friend requests via friend code</a:t>
            </a:r>
          </a:p>
          <a:p>
            <a:r>
              <a:t>- Accept/decline requests</a:t>
            </a:r>
          </a:p>
          <a:p>
            <a:r>
              <a:t>- Direct message threads</a:t>
            </a:r>
          </a:p>
          <a:p>
            <a:r>
              <a:t>- Typing and status updates over 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Presence and Typing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Server presence via WS subscribe</a:t>
            </a:r>
          </a:p>
          <a:p>
            <a:r>
              <a:t>- Typing indicators for channels and DMs</a:t>
            </a:r>
          </a:p>
          <a:p>
            <a:r>
              <a:t>- Online status updates broadcasted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API Surface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Auth: /auth/signup, /auth/login, /auth/logout</a:t>
            </a:r>
          </a:p>
          <a:p>
            <a:r>
              <a:t>- Servers: /servers, /servers/{id}</a:t>
            </a:r>
          </a:p>
          <a:p>
            <a:r>
              <a:t>- Channels: /servers/{id}/channels</a:t>
            </a:r>
          </a:p>
          <a:p>
            <a:r>
              <a:t>- Messages: /channels/{id}/messages</a:t>
            </a:r>
          </a:p>
          <a:p>
            <a:r>
              <a:t>- WS: /ws?token=JWT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Data Model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users, servers, channels, messages</a:t>
            </a:r>
          </a:p>
          <a:p>
            <a:r>
              <a:t>- server_members, invites, reactions</a:t>
            </a:r>
          </a:p>
          <a:p>
            <a:r>
              <a:t>- direct_conversations, direct_messages</a:t>
            </a:r>
          </a:p>
          <a:p>
            <a:r>
              <a:t>- friend_requests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Testing and Quality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Unit tests for auth, utils, ws hub</a:t>
            </a:r>
          </a:p>
          <a:p>
            <a:r>
              <a:t>- Integration tests for servers/channels/messages</a:t>
            </a:r>
          </a:p>
          <a:p>
            <a:r>
              <a:t>- Integration tests for invites/friends/dm</a:t>
            </a:r>
          </a:p>
          <a:p>
            <a:r>
              <a:t>- Target coverage: 70%+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Deployment and Config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Backend env: DATABASE_URL, JWT_SECRET, BIND_ADDR</a:t>
            </a:r>
          </a:p>
          <a:p>
            <a:r>
              <a:t>- Frontend env: BACKEND_URL</a:t>
            </a:r>
          </a:p>
          <a:p>
            <a:r>
              <a:t>- Railway for Postgres</a:t>
            </a:r>
          </a:p>
          <a:p>
            <a:r>
              <a:t>- Ports: 3000 (front), 3001 (back)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UI/UX Highlights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Discord-like layout</a:t>
            </a:r>
          </a:p>
          <a:p>
            <a:r>
              <a:t>- Server list + channel sidebar</a:t>
            </a:r>
          </a:p>
          <a:p>
            <a:r>
              <a:t>- DM list + friends page</a:t>
            </a:r>
          </a:p>
          <a:p>
            <a:r>
              <a:t>- Status control + notifications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Demo Flow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Signup/login</a:t>
            </a:r>
          </a:p>
          <a:p>
            <a:r>
              <a:t>- Create server and channel</a:t>
            </a:r>
          </a:p>
          <a:p>
            <a:r>
              <a:t>- Invite friend and chat</a:t>
            </a:r>
          </a:p>
          <a:p>
            <a:r>
              <a:t>- Direct message and edit/delete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Roadmap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Role management UI</a:t>
            </a:r>
          </a:p>
          <a:p>
            <a:r>
              <a:t>- File sharing + reactions UI</a:t>
            </a:r>
          </a:p>
          <a:p>
            <a:r>
              <a:t>- Search and message history paging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176000" cy="685800"/>
          </a:xfrm>
          <a:prstGeom prst="rect">
            <a:avLst/>
          </a:prstGeom>
        </p:spPr>
        <p:txBody>
          <a:bodyPr/>
          <a:lstStyle/>
          <a:p>
            <a:r>
              <a:t>Thank You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371600"/>
            <a:ext cx="10800000" cy="4572000"/>
          </a:xfrm>
          <a:prstGeom prst="rect">
            <a:avLst/>
          </a:prstGeom>
        </p:spPr>
        <p:txBody>
          <a:bodyPr wrap="square"/>
          <a:lstStyle/>
          <a:p>
            <a:r>
              <a:t>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Default">
      <a:dk1>
        <a:srgbClr val="000000"/>
      </a:dk1>
      <a:lt1>
        <a:srgbClr val="FFFFFF"/>
      </a:lt1>
      <a:dk2>
        <a:srgbClr val="1F1F1F"/>
      </a:dk2>
      <a:lt2>
        <a:srgbClr val="EEEEEE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LibreOffice</Application>
  <PresentationFormat>On-screen Show (16:9)</PresentationFormat>
  <Slides>18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RTC Chat Project</dc:title>
  <dc:creator>RTC Team</dc:creator>
  <cp:lastModifiedBy>RTC Team</cp:lastModifiedBy>
  <dcterms:created xsi:type="dcterms:W3CDTF">2026-02-07T11:50:34.532516Z</dcterms:created>
  <dcterms:modified xsi:type="dcterms:W3CDTF">2026-02-07T11:50:34.532516Z</dcterms:modified>
</cp:coreProperties>
</file>